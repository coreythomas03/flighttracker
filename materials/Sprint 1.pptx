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IBM Plex Sans"/>
      <p:regular r:id="rId8"/>
      <p:bold r:id="rId9"/>
      <p:italic r:id="rId10"/>
      <p:boldItalic r:id="rId11"/>
    </p:embeddedFont>
    <p:embeddedFont>
      <p:font typeface="Sora SemiBold"/>
      <p:regular r:id="rId12"/>
      <p:bold r:id="rId13"/>
    </p:embeddedFont>
    <p:embeddedFont>
      <p:font typeface="IBM Plex Sans Medium"/>
      <p:regular r:id="rId14"/>
      <p:bold r:id="rId15"/>
      <p:italic r:id="rId16"/>
      <p:boldItalic r:id="rId17"/>
    </p:embeddedFont>
    <p:embeddedFont>
      <p:font typeface="Sora Light"/>
      <p:regular r:id="rId18"/>
      <p:bold r:id="rId19"/>
    </p:embeddedFont>
    <p:embeddedFont>
      <p:font typeface="Sora ExtraLight"/>
      <p:regular r:id="rId20"/>
      <p:bold r:id="rId21"/>
    </p:embeddedFont>
    <p:embeddedFont>
      <p:font typeface="Sora"/>
      <p:regular r:id="rId22"/>
      <p:bold r:id="rId23"/>
    </p:embeddedFont>
    <p:embeddedFont>
      <p:font typeface="Sora Medium"/>
      <p:regular r:id="rId24"/>
      <p:bold r:id="rId25"/>
    </p:embeddedFont>
    <p:embeddedFont>
      <p:font typeface="IBM Plex Sa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BMPlex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BMPlexSans-regular.fntdata"/><Relationship Id="rId20" Type="http://schemas.openxmlformats.org/officeDocument/2006/relationships/font" Target="fonts/SoraExtraLight-regular.fntdata"/><Relationship Id="rId22" Type="http://schemas.openxmlformats.org/officeDocument/2006/relationships/font" Target="fonts/Sora-regular.fntdata"/><Relationship Id="rId21" Type="http://schemas.openxmlformats.org/officeDocument/2006/relationships/font" Target="fonts/SoraExtraLight-bold.fntdata"/><Relationship Id="rId24" Type="http://schemas.openxmlformats.org/officeDocument/2006/relationships/font" Target="fonts/SoraMedium-regular.fntdata"/><Relationship Id="rId23" Type="http://schemas.openxmlformats.org/officeDocument/2006/relationships/font" Target="fonts/Sora-bold.fntdata"/><Relationship Id="rId26" Type="http://schemas.openxmlformats.org/officeDocument/2006/relationships/font" Target="fonts/IBMPlexSansSemiBold-regular.fntdata"/><Relationship Id="rId25" Type="http://schemas.openxmlformats.org/officeDocument/2006/relationships/font" Target="fonts/SoraMedium-bold.fntdata"/><Relationship Id="rId28" Type="http://schemas.openxmlformats.org/officeDocument/2006/relationships/font" Target="fonts/IBMPlexSansSemiBold-italic.fntdata"/><Relationship Id="rId27" Type="http://schemas.openxmlformats.org/officeDocument/2006/relationships/font" Target="fonts/IBMPlexSansSemiBold-bold.fntdata"/><Relationship Id="rId29" Type="http://schemas.openxmlformats.org/officeDocument/2006/relationships/font" Target="fonts/IBMPlexSansSemiBold-boldItalic.fntdata"/><Relationship Id="rId11" Type="http://schemas.openxmlformats.org/officeDocument/2006/relationships/font" Target="fonts/IBMPlexSans-boldItalic.fntdata"/><Relationship Id="rId10" Type="http://schemas.openxmlformats.org/officeDocument/2006/relationships/font" Target="fonts/IBMPlexSans-italic.fntdata"/><Relationship Id="rId13" Type="http://schemas.openxmlformats.org/officeDocument/2006/relationships/font" Target="fonts/SoraSemiBold-bold.fntdata"/><Relationship Id="rId12" Type="http://schemas.openxmlformats.org/officeDocument/2006/relationships/font" Target="fonts/SoraSemiBold-regular.fntdata"/><Relationship Id="rId15" Type="http://schemas.openxmlformats.org/officeDocument/2006/relationships/font" Target="fonts/IBMPlexSansMedium-bold.fntdata"/><Relationship Id="rId14" Type="http://schemas.openxmlformats.org/officeDocument/2006/relationships/font" Target="fonts/IBMPlexSansMedium-regular.fntdata"/><Relationship Id="rId17" Type="http://schemas.openxmlformats.org/officeDocument/2006/relationships/font" Target="fonts/IBMPlexSansMedium-boldItalic.fntdata"/><Relationship Id="rId16" Type="http://schemas.openxmlformats.org/officeDocument/2006/relationships/font" Target="fonts/IBMPlexSansMedium-italic.fntdata"/><Relationship Id="rId19" Type="http://schemas.openxmlformats.org/officeDocument/2006/relationships/font" Target="fonts/SoraLight-bold.fntdata"/><Relationship Id="rId18" Type="http://schemas.openxmlformats.org/officeDocument/2006/relationships/font" Target="fonts/Sora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a7cec56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a7cec56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ca7cec563c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ca7cec563c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Sprint 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896" name="Google Shape;896;p52"/>
          <p:cNvSpPr txBox="1"/>
          <p:nvPr/>
        </p:nvSpPr>
        <p:spPr>
          <a:xfrm>
            <a:off x="376400" y="1439850"/>
            <a:ext cx="75942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Friday (2/20):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User Stories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Task breakdowns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Task Self-Assignment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Today (2/22) in Class: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Continued Self-Assigning Tasks / Story Points 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Used Generative AI to revise Sprint Goal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Revised sprint goal for next Monday: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Implement the first functional increment of the system by March 2: a working GET /flights endpoint in Spring Boot connected to a MySQL table, and a React UI that displays the returned results. Success is measured by demonstrating that changes in the database are visible in the frontend without manual intervention.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